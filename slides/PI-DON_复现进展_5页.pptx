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446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8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2801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论文全貌：一张图讲完 PI-DON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9848" y="512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E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Qi &amp; Sarris, IEEE T-MTT 73(7) 3800–3812, 2025 · Fig. 2 原图</a:t>
            </a:r>
            <a:endParaRPr lang="en-US" sz="1150" dirty="0"/>
          </a:p>
        </p:txBody>
      </p:sp>
      <p:pic>
        <p:nvPicPr>
          <p:cNvPr id="6" name="Image 0" descr="figs/paper_fig2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24128"/>
            <a:ext cx="8549640" cy="3849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024128"/>
            <a:ext cx="2880360" cy="3849624"/>
          </a:xfrm>
          <a:prstGeom prst="rect">
            <a:avLst/>
          </a:prstGeom>
          <a:ln w="31750">
            <a:solidFill>
              <a:srgbClr val="D9822D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3246120" y="1024128"/>
            <a:ext cx="2514600" cy="3849624"/>
          </a:xfrm>
          <a:prstGeom prst="rect">
            <a:avLst/>
          </a:prstGeom>
          <a:ln w="31750">
            <a:solidFill>
              <a:srgbClr val="3E8D6D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5852160" y="1024128"/>
            <a:ext cx="3017520" cy="3849624"/>
          </a:xfrm>
          <a:prstGeom prst="rect">
            <a:avLst/>
          </a:prstGeom>
          <a:ln w="31750">
            <a:solidFill>
              <a:srgbClr val="1E4465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9144000" y="109728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第一阶段 · DCO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0" y="135331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监督学习。输入自由空间平面波叠加，靶子是解析求出的 ∇×E。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训好的算子叫 DCO（Deep Curl Operator）。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144000" y="22677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8D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第二阶段 · PI-DON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144000" y="2523744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DCO 放进「蛙跳」时间推进（电场、磁场交替往前更新一步，FDTD 算法的标准做法），一步步求解具体问题。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关键：每个时间步都重新训练权重，不是训一次就拿去反复用。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44000" y="352958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应用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144000" y="3785616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平面微波电路、超表面单元、不确定性量化 —— 训一次反复用。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0040" y="5074920"/>
            <a:ext cx="11521440" cy="658368"/>
          </a:xfrm>
          <a:prstGeom prst="rect">
            <a:avLst/>
          </a:prstGeom>
          <a:solidFill>
            <a:srgbClr val="FEEFDA"/>
          </a:solidFill>
          <a:ln w="12700">
            <a:solidFill>
              <a:srgbClr val="D982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768" y="5129784"/>
            <a:ext cx="11301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一句话：把 FDTD 时间推进里的空间旋度算子 ∇× 换成神经算子，再用物理损失逐步求解。卖点是「训一次、反复用」——对需要成百上千次仿真的不确定性量化最划算。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0040" y="589788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复现范围：① 完成　② 进行中　③ 未开始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446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8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2801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第一阶段：DCO 的架构与我们的实现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9848" y="512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E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 Fig. 3 原图（左）· 我们的关键代码（右）</a:t>
            </a:r>
            <a:endParaRPr lang="en-US" sz="1150" dirty="0"/>
          </a:p>
        </p:txBody>
      </p:sp>
      <p:pic>
        <p:nvPicPr>
          <p:cNvPr id="6" name="Image 0" descr="figs/paper_fig3_u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5532120" cy="3236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279392"/>
            <a:ext cx="5532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改造过的 3-D U-Net：先把场逐级缩小（下采样）看大范围的规律，再逐级放大回来，缩小前的细节直接搭桥连过来（跳跃连接）防止丢细节；多出来的 trunk 分支专门吃坐标，把网格多大告诉算子；两条支路的结果按位置一一相乘（Hadamard 积）合成最终输出。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80760" y="1005840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网络前向 · dco.py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080760" y="1225296"/>
            <a:ext cx="5760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这段代码在做什么：场和坐标各走一条支路，每一级相乘一次，先缩小再放大回来——对应左边那张图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80760" y="1572768"/>
            <a:ext cx="5760720" cy="1371600"/>
          </a:xfrm>
          <a:prstGeom prst="rect">
            <a:avLst/>
          </a:prstGeom>
          <a:solidFill>
            <a:srgbClr val="F2F6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46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range(self.levels):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6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 &gt; 0: b, t = self.pool(b), self.pool(t)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6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= self.branch[i](b)      # 场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6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= self.trunk[i](t)       # 坐标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6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feats.append(b * t)        # Hadamard 积（按位置相乘）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6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feats[-1]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6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j, i in enumerate(range(levels-1, 0, -1)):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6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self.up[j](x)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6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torch.cat([x, feats[i-1]], 1)   # 跳跃连接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6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self.dec[j](x)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080760" y="3017520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训练数据 · gen_data.py（论文式 2/3/4）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080760" y="3236976"/>
            <a:ext cx="5760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这段代码在做什么：随手拼出一批「电场长什么样」的例子，配上「真正的旋度应该是多少」这个标准答案，喂给网络学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80760" y="3584448"/>
            <a:ext cx="5760720" cy="914400"/>
          </a:xfrm>
          <a:prstGeom prst="rect">
            <a:avLst/>
          </a:prstGeom>
          <a:solidFill>
            <a:srgbClr val="F2F6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46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Σ E0_i · cos(k_i · r̂·r + φ)      # 平面波叠加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6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k_i · E0_i = 0                        # 横波条件，式(3)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6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Ez = -(cosφ sinθ Ex + sinφ sinθ Ey)/cosθ   # 式(4)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6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curlE = 解析求出（不是差分），作为监督靶子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46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格距 Δ 每样本随机取 0.3–0.8 mm，各向异性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80760" y="4572000"/>
            <a:ext cx="5760720" cy="566928"/>
          </a:xfrm>
          <a:prstGeom prst="rect">
            <a:avLst/>
          </a:prstGeom>
          <a:solidFill>
            <a:srgbClr val="FEEFDA"/>
          </a:solidFill>
          <a:ln w="12700">
            <a:solidFill>
              <a:srgbClr val="1E446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90488" y="4626864"/>
            <a:ext cx="5541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精确的旋度算子本身就是一次 3×3×3 卷积：243 个权重格子里只有 12 个非零——每个输出分量只看 2 个相邻分量各 1 对点、做减法。论文却用 9.25M 个参数去学这 12 个数。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30368"/>
          <a:ext cx="11521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65176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配置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论文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我们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6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网格 / 样本数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32³ / 1000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32³ / 1000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网络层数 L / 参数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/ 9.25M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/ 9.25M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训练轮数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1000 epoch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300 epoch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339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下图数字来自这一档；消融已证实 lr/batch 比单纯加 epoch 更有效，见 P5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学习率 / batch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1e-4 / 32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3e-4+cosine / 16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略有差异，消融正在重选，见 P5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446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8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2801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第一阶段：训练过程与验收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9848" y="512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E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数据怎么造的 · 训练曲线 · 换网格的泛化能力</a:t>
            </a:r>
            <a:endParaRPr lang="en-US" sz="1150" dirty="0"/>
          </a:p>
        </p:txBody>
      </p:sp>
      <p:pic>
        <p:nvPicPr>
          <p:cNvPr id="6" name="Image 0" descr="figs/p3_tr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5193792" cy="3520440"/>
          </a:xfrm>
          <a:prstGeom prst="rect">
            <a:avLst/>
          </a:prstGeom>
        </p:spPr>
      </p:pic>
      <p:pic>
        <p:nvPicPr>
          <p:cNvPr id="7" name="Image 1" descr="figs/p3_accura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960120"/>
            <a:ext cx="5385816" cy="35204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0040" y="4535424"/>
            <a:ext cx="5193792" cy="566928"/>
          </a:xfrm>
          <a:prstGeom prst="rect">
            <a:avLst/>
          </a:prstGeom>
          <a:solidFill>
            <a:srgbClr val="FEEFDA"/>
          </a:solidFill>
          <a:ln w="12700">
            <a:solidFill>
              <a:srgbClr val="3E8D6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29768" y="4590288"/>
            <a:ext cx="4974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训练损失和测试损失一起往下掉，没有「训练集学得好、测试集学不好」的过拟合迹象 —— 1000 个样本喂 9.25M 参数是够用的。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806440" y="4535424"/>
            <a:ext cx="5385816" cy="566928"/>
          </a:xfrm>
          <a:prstGeom prst="rect">
            <a:avLst/>
          </a:prstGeom>
          <a:solidFill>
            <a:srgbClr val="FEEFDA"/>
          </a:solidFill>
          <a:ln w="12700">
            <a:solidFill>
              <a:srgbClr val="D9822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16168" y="4590288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精度跟着轮数一路下降、还没走平，说明架构没问题，只是还没练到头。下表验收数字用的是专门留出来验收的另一次训练（架构、数据都一样）。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20040" y="5193792"/>
            <a:ext cx="11521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验收：换网格（论文 III-D 口径，指标 MAE/max）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431536"/>
          <a:ext cx="11521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2468880"/>
                <a:gridCol w="24688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测试网格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64³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64×96×16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32×64×16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结论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6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论文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4.1e-3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3.8e-3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4.7e-3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我们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2.875e-3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5.687e-3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6.266e-3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倍数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E8D6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0.70× 优于论文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1.50×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1.33×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E8D6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维度不变性复现成功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446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8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2801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第二阶段：PI-DON（Algorithm 1）与当前瓶颈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9848" y="512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E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论文无示意图 —— 由式(6) 与 Algorithm 1 构成，此处自制流程图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3566160" cy="713232"/>
          </a:xfrm>
          <a:prstGeom prst="rect">
            <a:avLst/>
          </a:prstGeom>
          <a:solidFill>
            <a:srgbClr val="F2F6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E(n+1) = E(n) + (Δt/ε)·∇D×H(n+1/2)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H(n+1/2) = H(n-1/2) − (Δt/μ)·∇D×E(n)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3200400" cy="438912"/>
          </a:xfrm>
          <a:prstGeom prst="roundRect">
            <a:avLst/>
          </a:prstGeom>
          <a:solidFill>
            <a:srgbClr val="FBEEDD"/>
          </a:solidFill>
          <a:ln w="17780">
            <a:solidFill>
              <a:srgbClr val="D98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20240"/>
            <a:ext cx="3072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 ∇×H  直到损失&lt;1e-4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487168"/>
            <a:ext cx="3200400" cy="438912"/>
          </a:xfrm>
          <a:prstGeom prst="roundRect">
            <a:avLst/>
          </a:prstGeom>
          <a:solidFill>
            <a:srgbClr val="F2F6F9"/>
          </a:solidFill>
          <a:ln w="17780">
            <a:solidFill>
              <a:srgbClr val="1E44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487168"/>
            <a:ext cx="3072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更新 E（用 ε、Δt）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3200400" cy="438912"/>
          </a:xfrm>
          <a:prstGeom prst="roundRect">
            <a:avLst/>
          </a:prstGeom>
          <a:solidFill>
            <a:srgbClr val="F2F6F9"/>
          </a:solidFill>
          <a:ln w="17780">
            <a:solidFill>
              <a:srgbClr val="1E44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054096"/>
            <a:ext cx="3072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施加激励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621024"/>
            <a:ext cx="3200400" cy="438912"/>
          </a:xfrm>
          <a:prstGeom prst="roundRect">
            <a:avLst/>
          </a:prstGeom>
          <a:solidFill>
            <a:srgbClr val="FBEEDD"/>
          </a:solidFill>
          <a:ln w="17780">
            <a:solidFill>
              <a:srgbClr val="D982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621024"/>
            <a:ext cx="3072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 ∇×E  式(7)，含边界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4187952"/>
            <a:ext cx="3200400" cy="438912"/>
          </a:xfrm>
          <a:prstGeom prst="roundRect">
            <a:avLst/>
          </a:prstGeom>
          <a:solidFill>
            <a:srgbClr val="F2F6F9"/>
          </a:solidFill>
          <a:ln w="17780">
            <a:solidFill>
              <a:srgbClr val="1E44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187952"/>
            <a:ext cx="3072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更新 H（用 μ、Δt）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7548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8D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每个时间步重复以上五步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5138928"/>
            <a:ext cx="3566160" cy="914400"/>
          </a:xfrm>
          <a:prstGeom prst="rect">
            <a:avLst/>
          </a:prstGeom>
          <a:solidFill>
            <a:srgbClr val="FEEFDA"/>
          </a:solidFill>
          <a:ln w="12700">
            <a:solidFill>
              <a:srgbClr val="D982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5193792"/>
            <a:ext cx="334670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关键：权重在【每个时间步】都被重新优化，不是训一次冻结推理。论文的稳定性完全建立在这一点上。</a:t>
            </a:r>
            <a:endParaRPr lang="en-US" sz="1100" dirty="0"/>
          </a:p>
        </p:txBody>
      </p:sp>
      <p:pic>
        <p:nvPicPr>
          <p:cNvPr id="20" name="Image 0" descr="figs/p4_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024128"/>
            <a:ext cx="4791456" cy="292608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977640" y="4023360"/>
            <a:ext cx="4791456" cy="1051560"/>
          </a:xfrm>
          <a:prstGeom prst="rect">
            <a:avLst/>
          </a:prstGeom>
          <a:solidFill>
            <a:srgbClr val="FEEFDA"/>
          </a:solidFill>
          <a:ln w="12700">
            <a:solidFill>
              <a:srgbClr val="B339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87368" y="4078224"/>
            <a:ext cx="457200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这张图里内层损失（虚线，右轴）为了对照特意没调到收敛，停在 0.5~1.0；解的误差（红线，左轴）仍涨了 12 个数量级 —— 道理是一样的：损失只查「这一步算得对不对」，从不查「累积到现在对不对」。哪怕损失小到 1e-4，只要每步还剩一点残差 ε，跑够多步照样滚雪球。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235440" y="102412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定量结论（另一次真实跑，见下方说明）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9235440" y="1298448"/>
            <a:ext cx="2651760" cy="2514600"/>
          </a:xfrm>
          <a:prstGeom prst="rect">
            <a:avLst/>
          </a:prstGeom>
          <a:solidFill>
            <a:srgbClr val="F2F6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实测每步误差放大 g = 1.0156（每步 +1.56%）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√(3e-3) ≈ 5.5% —— 跟 g−1 同量级，说明「每步剩多少相对误差 ε」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直接就是每步的放大倍数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⇒ 想跑完 N 步，ε 必须 ≤ 1/N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2000 步 → ε ≤ 5.0e-4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8192 步 → ε ≤ 1.2e-4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现在的 ε 比这个要求差了约 2×10⁵ 倍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23544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ε 是什么：每一步训练完之后，网络输出和真正的旋度之间还剩下多少相对误差；剩得越多，场往前滚一步走样越多。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35440" y="4434840"/>
          <a:ext cx="2651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算力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46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论文 A6000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71 ms/步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我们 1660S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465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7340 ms/步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3"/>
          <p:cNvSpPr/>
          <p:nvPr/>
        </p:nvSpPr>
        <p:spPr>
          <a:xfrm>
            <a:off x="3977640" y="5394960"/>
            <a:ext cx="7909560" cy="731520"/>
          </a:xfrm>
          <a:prstGeom prst="rect">
            <a:avLst/>
          </a:prstGeom>
          <a:solidFill>
            <a:srgbClr val="FEEFDA"/>
          </a:solidFill>
          <a:ln w="12700">
            <a:solidFill>
              <a:srgbClr val="1E446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087368" y="5449824"/>
            <a:ext cx="76901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瓶颈定死了：不是时间步长（0.99×稳定性上限，参考算法全程正常），不是网格（已按论文的 31 个间隔），是【每一步训练得够不够准】。论文 71 ms/步说明它的内层训练一两次迭代就够 —— 那是 1000 轮训练换来的好起点。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320040" y="619963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以上「定量结论」来自另一次跑在正确 31 格网格上的记录，跟左图（专门做来展示「损失小≠场准」）不是同一次跑——两者原始数据当时都没随代码一起提交，回头需要从训练机补上。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446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8C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2801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总结与后续计划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69848" y="512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E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做到哪一步、跟论文差多少 · 每个数字都可在 RESULTS.md / LAB_NOTEBOOK.md 溯源</a:t>
            </a:r>
            <a:endParaRPr lang="en-US" sz="1150" dirty="0"/>
          </a:p>
        </p:txBody>
      </p:sp>
      <p:pic>
        <p:nvPicPr>
          <p:cNvPr id="6" name="Image 0" descr="figs/p5_pro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96112"/>
            <a:ext cx="11155680" cy="1499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487168"/>
            <a:ext cx="11521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8D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证据：论文之外我们自己验证过的规律，和纠偏前后的对比（都是现场跑代码重算出来的，不是转述）</a:t>
            </a:r>
            <a:endParaRPr lang="en-US" sz="1150" dirty="0"/>
          </a:p>
        </p:txBody>
      </p:sp>
      <p:pic>
        <p:nvPicPr>
          <p:cNvPr id="8" name="Image 1" descr="figs/p5_c2_rh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61488"/>
            <a:ext cx="1920240" cy="1682496"/>
          </a:xfrm>
          <a:prstGeom prst="rect">
            <a:avLst/>
          </a:prstGeom>
        </p:spPr>
      </p:pic>
      <p:pic>
        <p:nvPicPr>
          <p:cNvPr id="9" name="Image 2" descr="figs/p5_c3_cf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2761488"/>
            <a:ext cx="2377440" cy="1682496"/>
          </a:xfrm>
          <a:prstGeom prst="rect">
            <a:avLst/>
          </a:prstGeom>
        </p:spPr>
      </p:pic>
      <p:pic>
        <p:nvPicPr>
          <p:cNvPr id="10" name="Image 3" descr="figs/p5_metric_fi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834640"/>
            <a:ext cx="3246120" cy="1463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321040" y="2788920"/>
            <a:ext cx="3566160" cy="1234440"/>
          </a:xfrm>
          <a:prstGeom prst="rect">
            <a:avLst/>
          </a:prstGeom>
          <a:solidFill>
            <a:srgbClr val="F2F6F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殊途同归：不管是「训好不再改」还是「每步都重练」，本质上都要求「每一步剩的误差 ≤ 1/总步数」——左边两张图各自独立验证了这条规律的两半，这是我们在论文之外自己发现的。</a:t>
            </a:r>
            <a:endParaRPr lang="en-US" sz="930" dirty="0"/>
          </a:p>
        </p:txBody>
      </p:sp>
      <p:sp>
        <p:nvSpPr>
          <p:cNvPr id="12" name="Text 6"/>
          <p:cNvSpPr/>
          <p:nvPr/>
        </p:nvSpPr>
        <p:spPr>
          <a:xfrm>
            <a:off x="8321040" y="40416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以上两张图直接调用 verify_claims.py 里算 RESULTS.md 结论的同一段代码画的，跟 C2/C3 那两行数字对得上号。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320040" y="4590288"/>
            <a:ext cx="11521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试错与纠偏（另外三条，量精度那条见上面的图）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320040" y="4864608"/>
            <a:ext cx="115214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「32 个格子」数错成 32 个间隔 → 时间步长超过稳定上限，连参照算法自己都算炸；改成 31 个间隔才和论文对上</a:t>
            </a:r>
            <a:endParaRPr lang="en-US" sz="980" dirty="0"/>
          </a:p>
        </p:txBody>
      </p:sp>
      <p:sp>
        <p:nvSpPr>
          <p:cNvPr id="15" name="Text 9"/>
          <p:cNvSpPr/>
          <p:nvPr/>
        </p:nvSpPr>
        <p:spPr>
          <a:xfrm>
            <a:off x="320040" y="5193792"/>
            <a:ext cx="115214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损失小 ≠ 结果对 → 论文 Fig 8 降到 0 只说明「不用怎么调网络了」，证明结果准的是另外两张图/表</a:t>
            </a:r>
            <a:endParaRPr lang="en-US" sz="980" dirty="0"/>
          </a:p>
        </p:txBody>
      </p:sp>
      <p:sp>
        <p:nvSpPr>
          <p:cNvPr id="16" name="Text 10"/>
          <p:cNvSpPr/>
          <p:nvPr/>
        </p:nvSpPr>
        <p:spPr>
          <a:xfrm>
            <a:off x="320040" y="5522976"/>
            <a:ext cx="115214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第二阶段不是「练一次、用一直」→ 论文要求每一步都重新练，理解错这点会误判成「复现失败」</a:t>
            </a:r>
            <a:endParaRPr lang="en-US" sz="980" dirty="0"/>
          </a:p>
        </p:txBody>
      </p:sp>
      <p:sp>
        <p:nvSpPr>
          <p:cNvPr id="17" name="Text 11"/>
          <p:cNvSpPr/>
          <p:nvPr/>
        </p:nvSpPr>
        <p:spPr>
          <a:xfrm>
            <a:off x="320040" y="5989320"/>
            <a:ext cx="11521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下一步（按优先级）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320040" y="6254496"/>
            <a:ext cx="2761488" cy="512064"/>
          </a:xfrm>
          <a:prstGeom prst="roundRect">
            <a:avLst/>
          </a:prstGeom>
          <a:solidFill>
            <a:srgbClr val="F2F6F9"/>
          </a:solidFill>
          <a:ln w="13970">
            <a:solidFill>
              <a:srgbClr val="1E446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11480" y="6327648"/>
            <a:ext cx="274320" cy="274320"/>
          </a:xfrm>
          <a:prstGeom prst="ellipse">
            <a:avLst/>
          </a:prstGeom>
          <a:solidFill>
            <a:srgbClr val="3E8D6D"/>
          </a:solidFill>
          <a:ln/>
        </p:spPr>
      </p:sp>
      <p:sp>
        <p:nvSpPr>
          <p:cNvPr id="20" name="Text 14"/>
          <p:cNvSpPr/>
          <p:nvPr/>
        </p:nvSpPr>
        <p:spPr>
          <a:xfrm>
            <a:off x="411480" y="6327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40664" y="6272784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已完成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172968" y="6254496"/>
            <a:ext cx="2761488" cy="512064"/>
          </a:xfrm>
          <a:prstGeom prst="roundRect">
            <a:avLst/>
          </a:prstGeom>
          <a:solidFill>
            <a:srgbClr val="F2F6F9"/>
          </a:solidFill>
          <a:ln w="13970">
            <a:solidFill>
              <a:srgbClr val="1E446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264408" y="6327648"/>
            <a:ext cx="274320" cy="274320"/>
          </a:xfrm>
          <a:prstGeom prst="ellipse">
            <a:avLst/>
          </a:prstGeom>
          <a:solidFill>
            <a:srgbClr val="D9822D"/>
          </a:solidFill>
          <a:ln/>
        </p:spPr>
      </p:sp>
      <p:sp>
        <p:nvSpPr>
          <p:cNvPr id="24" name="Text 18"/>
          <p:cNvSpPr/>
          <p:nvPr/>
        </p:nvSpPr>
        <p:spPr>
          <a:xfrm>
            <a:off x="3264408" y="6327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593592" y="6272784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进行中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025896" y="6254496"/>
            <a:ext cx="2761488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E446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117336" y="6327648"/>
            <a:ext cx="274320" cy="274320"/>
          </a:xfrm>
          <a:prstGeom prst="ellipse">
            <a:avLst/>
          </a:prstGeom>
          <a:solidFill>
            <a:srgbClr val="6F7F8E"/>
          </a:solidFill>
          <a:ln/>
        </p:spPr>
      </p:sp>
      <p:sp>
        <p:nvSpPr>
          <p:cNvPr id="28" name="Text 22"/>
          <p:cNvSpPr/>
          <p:nvPr/>
        </p:nvSpPr>
        <p:spPr>
          <a:xfrm>
            <a:off x="6117336" y="6327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446520" y="6272784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待定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8878824" y="6254496"/>
            <a:ext cx="2761488" cy="51206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E4465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970264" y="6327648"/>
            <a:ext cx="274320" cy="274320"/>
          </a:xfrm>
          <a:prstGeom prst="ellipse">
            <a:avLst/>
          </a:prstGeom>
          <a:solidFill>
            <a:srgbClr val="6F7F8E"/>
          </a:solidFill>
          <a:ln/>
        </p:spPr>
      </p:sp>
      <p:sp>
        <p:nvSpPr>
          <p:cNvPr id="32" name="Text 26"/>
          <p:cNvSpPr/>
          <p:nvPr/>
        </p:nvSpPr>
        <p:spPr>
          <a:xfrm>
            <a:off x="8970264" y="6327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9299448" y="6272784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待办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365760" y="6419088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76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找到阶段一真瓶颈：lr↑/batch↓ 都变好</a:t>
            </a:r>
            <a:endParaRPr lang="en-US" sz="760" dirty="0"/>
          </a:p>
          <a:p>
            <a:pPr indent="0" marL="0">
              <a:lnSpc>
                <a:spcPts val="950"/>
              </a:lnSpc>
              <a:buNone/>
            </a:pPr>
            <a:r>
              <a:rPr lang="en-US" sz="76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⇒ 卡在训练步数，不在容量</a:t>
            </a:r>
            <a:endParaRPr lang="en-US" sz="760" dirty="0"/>
          </a:p>
        </p:txBody>
      </p:sp>
      <p:sp>
        <p:nvSpPr>
          <p:cNvPr id="35" name="Text 29"/>
          <p:cNvSpPr/>
          <p:nvPr/>
        </p:nvSpPr>
        <p:spPr>
          <a:xfrm>
            <a:off x="3218688" y="6419088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76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精度能不能换来更长寿命：新设置</a:t>
            </a:r>
            <a:endParaRPr lang="en-US" sz="760" dirty="0"/>
          </a:p>
          <a:p>
            <a:pPr indent="0" marL="0">
              <a:lnSpc>
                <a:spcPts val="950"/>
              </a:lnSpc>
              <a:buNone/>
            </a:pPr>
            <a:r>
              <a:rPr lang="en-US" sz="76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多训后再测闭环，判断瓶颈在不在精度</a:t>
            </a:r>
            <a:endParaRPr lang="en-US" sz="760" dirty="0"/>
          </a:p>
        </p:txBody>
      </p:sp>
      <p:sp>
        <p:nvSpPr>
          <p:cNvPr id="36" name="Text 30"/>
          <p:cNvSpPr/>
          <p:nvPr/>
        </p:nvSpPr>
        <p:spPr>
          <a:xfrm>
            <a:off x="6071616" y="6419088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76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阶段二跑满论文 8192 步，对上</a:t>
            </a:r>
            <a:endParaRPr lang="en-US" sz="760" dirty="0"/>
          </a:p>
          <a:p>
            <a:pPr indent="0" marL="0">
              <a:lnSpc>
                <a:spcPts val="950"/>
              </a:lnSpc>
              <a:buNone/>
            </a:pPr>
            <a:r>
              <a:rPr lang="en-US" sz="76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Table II；视第 2 步结论再定投入</a:t>
            </a:r>
            <a:endParaRPr lang="en-US" sz="760" dirty="0"/>
          </a:p>
        </p:txBody>
      </p:sp>
      <p:sp>
        <p:nvSpPr>
          <p:cNvPr id="37" name="Text 31"/>
          <p:cNvSpPr/>
          <p:nvPr/>
        </p:nvSpPr>
        <p:spPr>
          <a:xfrm>
            <a:off x="8924544" y="6419088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76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把训练数据做大：另一条探索路线</a:t>
            </a:r>
            <a:endParaRPr lang="en-US" sz="760" dirty="0"/>
          </a:p>
          <a:p>
            <a:pPr indent="0" marL="0">
              <a:lnSpc>
                <a:spcPts val="950"/>
              </a:lnSpc>
              <a:buNone/>
            </a:pPr>
            <a:r>
              <a:rPr lang="en-US" sz="76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已测出数据量不够是那边的瓶颈</a:t>
            </a:r>
            <a:endParaRPr lang="en-US" sz="7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2026-09-12T09:27:31Z</dcterms:created>
  <dcterms:modified xsi:type="dcterms:W3CDTF">2026-09-12T09:27:31Z</dcterms:modified>
</cp:coreProperties>
</file>