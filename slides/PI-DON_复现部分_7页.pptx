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左边这张图：FDTD 走一步就是两次旋度、两次更新，然后循环几千到几十万次。论文把两个红框换成同一个神经网络。
右边四块是我自己做的，后面四页各讲一块。
【追问】为什么叫算子不叫网络？
答：普通网络学「这个输入对这个输出」；算子学「函数到函数」的映射，所以换了网格分辨率同一套权重还能用。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35 秒）
这一块听起来最不起眼，但它是整个复现的地基。
50 毫米立方腔，32³ 网格，跑 8192 步，做 FFT。橙色虚线是解析公式给的谐振频率，青色是我的 FDTD 算出来的谱——五个模全部对上，误差 0.1% 到 0.3%。CST 里独立建同一个腔体，误差 0.11% 到 0.37%。
顺便讲一个复现才发现的坑：论文写的时间步长 3.075 皮秒其实超过了 Courant 稳定限 3.009 皮秒，按它写的跑会炸；还有它说源放在正中心，但正中心是所有偶数模的节点，那样 Table II 里三个模根本激发不出来。我把源挪开一格才全出来。
【追问】为什么要 CST 交叉验证？
答：怕自己的 FDTD 写错了，却和自己生成的数据自洽地错——那样所有测试都会过，但结论全是假的。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
左边是一个真实的训练样本，我刚才现场生成的：左图是电场的一个切片，右图是它的旋度。右边这个「答案」不是仿真出来的，是解析公式直接写出来的。
为什么这么简单的数据就够？右边这条链：对平面波，旋度这个运算会退化成「乘一个矢量 k」。所以只要把 k 从 0 扫到 1048，就等于把旋度这个算子所有可能的行为见过了一遍。训练集看起来简单得可疑，但对「学旋度」这件事是完备的。
结果就是 1500 个样本，零次电磁仿真，零个天线模型。
【追问】这么简单的数据训出来，能用到复杂结构上吗？
答：能。旋度是局部的、只跟场有关，介质是从更新方程的 ε 和 μ 进来的，不进旋度。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40 秒）
DeepONet 有两条腿。上面那条叫 branch，吃场本身，主干是 3D U-Net；下面那条叫 trunk，吃「你想在哪里求值」。两条腿的输出逐元素相乘，得到旋度。
关键是下面这条腿：坐标是输入，不是训练时固定死的。所以换网格尺寸只是换一份 trunk 输入，权重不用动——这就是「算子」和普通网络的区别。
右下红框是我踩的坑：论文只说 trunk 吃坐标，没说吃什么坐标。我按字面喂绝对位置，结果 16³ 训练时坐标最大 12 毫米，48³ 推理要到 37.6 毫米，网络在外推没见过的数。改成只喂格子尺寸 dx dy dz 三个常数之后，误差差了 17 倍。
【追问】17 倍是论文里写的吗？
答：不是。论文对这两个细节一个字都没写。17 倍是我做消融对比出来的。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50 秒，这是最重要的一页）
三组测试：第一关单步精度过了；第二关换网格能用，误差涨 2.2 倍；第三关塞回时间推进，第 147 步炸了。
第一关要说明口径：论文报误差的公式直接套在旋度场上会被零点炸掉，我试了三种常见算法，只有「平均绝对误差除以最大值」这一种能让论文自己的两张表互相自洽。按那个口径，在论文自己的网格和深度下我们是 7.0e-4，论文 Table I 是 7.7e-4，同一档。
右图是第二关的原始数据：绿色那根是训练用的 16³，右边四根都是没见过的网格，同一套权重直接拿去用。注意最后两根是非立方网格，反而比 48³ 还好。
灰框那条要主动讲：测试②我原来拿自己的相对 L2 去和论文的数字比，今天早上发现两个口径根本不是一回事，差 30 到 40 倍。所以今天只给我们自己的数，等重测。
【追问】第一关在谁的数据上测的？
答：我们自己的测试集，不是论文的数据集——所以说「同一档」，不说「更好」。
【追问】那第二关到底差多少？
答：现在不知道，重测完才能说。宁可说不知道，也不给一个可能是错的倍数。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55 秒）
我一开始以为闭环炸是精度不够，多训练就好。查下去不是。
闭环是把同一个算子连乘几百次，所以关键不是一次准不准，是每次会不会放大一点点。把每步的放大倍数叫 ρ。真 FDTD 的 ρ 严格等于 1，所以它能跑几十万步；我们的网络 ρ 是 1.11。
左图是 16 个模型的实测，ρ 越大活得越短，一条很干净的反比线。
右图更狠：横轴左边是「步数」，同一个模型在不同时间步下散开两倍；右边是「步数乘时间步长」，也就是物理时间——全部塌成一条线。意思是它死在固定的物理时刻，减小时间步只是让你多走几步到达同一个时刻，一点用都没有。
还有一条反直觉的：同一份数据同一个循环，我只换了网络最后一层的输出方式，准一倍的那个反而早死四成。把 ρ 固定住之后，精度对寿命就再也没有解释力了。
【追问】ρ 是什么？
答：把一整个时间步写成一个线性映射，取它最大特征值的模长。CFL 条件其实就是「保证 ρ 不大于 1」，所以这不是新东西，是 CFL 背后那个真正的判据。
【追问】论文为什么能跑出它的 Fig.7/8？
答：论文展示了它能跑，但没做稳定性分析——没给 ρ，也没说超过展示的步数会怎样。在有限步数窗口里，「还没发散」和「稳定」长得一模一样。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（约 45 秒，收尾）
既然 ρ 是判据，那就别靠训练碰运气，直接写进结构：让网络学的不是旋度本身，而是一个对称的滤波器，再和精确的离散旋度复合。两个对称的东西复合还是对称的，对称算子的特征值是实的，ρ 就能锁在 1——这个可以证，不是训出来的。
左图 (a)：同一个任务上，8 个参数比 Yee 格式准 1500 倍，也比一个放开约束的 2.8 万参数 CNN 准 100 倍。
左图 (b)：更重要的是稳定性。自由 CNN 我一路把时间步降到 CFL 0.08，ρ 还是大于 1——减小时间步救不了它。结构化算子在 CFL 0.7 以下 ρ 严格等于 1。
右边是三维，12 个参数，同样成立。最后那行红字是我主动标的：这个构造现在只在均匀自由空间成立，介质一变对称性论证就不一定成立，这是下一步要解决的，不保证能成。
【追问】12 个参数比 2.25M 的 U-Net 还好，是不是说明 U-Net 没必要？
答：不能这么说，不是公平对比。均匀自由空间上的精确旋度本来就是一个平移不变的线性卷积核，自由度就那么十几个。这个对比能说明的只有一条：这道示范算例区分不出架构好坏。
【追问】这算不算否定论文？
答：不算。论文立意是对的，结果我也认为是真的。它没回答的是「为什么能稳」，我给出了判据和一个能保证 ρ 等于 1 的构造。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总览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我从零复现了四块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不是跑作者代码 —— FDTD、训练数据、网络、测试，四块全部自己写。后面每块各一页。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000" dirty="0"/>
          </a:p>
        </p:txBody>
      </p:sp>
      <p:pic>
        <p:nvPicPr>
          <p:cNvPr id="7" name="Image 0" descr="/home/user/HFSS_auto/pidon_mvp/slides/figs/A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0200"/>
            <a:ext cx="5852160" cy="384048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5468112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FDTD 走一步 = 两次旋度 + 两次更新，然后循环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6675120" y="16459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我复现的四块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675120" y="2011680"/>
            <a:ext cx="5029200" cy="841248"/>
          </a:xfrm>
          <a:prstGeom prst="roundRect">
            <a:avLst>
              <a:gd name="adj" fmla="val 4891"/>
            </a:avLst>
          </a:prstGeom>
          <a:solidFill>
            <a:srgbClr val="F2F6F9"/>
          </a:solidFill>
          <a:ln/>
        </p:spPr>
      </p:sp>
      <p:sp>
        <p:nvSpPr>
          <p:cNvPr id="11" name="Shape 8"/>
          <p:cNvSpPr/>
          <p:nvPr/>
        </p:nvSpPr>
        <p:spPr>
          <a:xfrm>
            <a:off x="6903720" y="2286000"/>
            <a:ext cx="310896" cy="310896"/>
          </a:xfrm>
          <a:prstGeom prst="ellipse">
            <a:avLst/>
          </a:prstGeom>
          <a:solidFill>
            <a:srgbClr val="3E8D6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903720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215798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自己写 Yee FDTD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60920" y="24414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先把尺子校准 —— 网络准不准，得有可信的东西去量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75120" y="2971800"/>
            <a:ext cx="5029200" cy="841248"/>
          </a:xfrm>
          <a:prstGeom prst="roundRect">
            <a:avLst>
              <a:gd name="adj" fmla="val 4891"/>
            </a:avLst>
          </a:prstGeom>
          <a:solidFill>
            <a:srgbClr val="F2F6F9"/>
          </a:solidFill>
          <a:ln/>
        </p:spPr>
      </p:sp>
      <p:sp>
        <p:nvSpPr>
          <p:cNvPr id="16" name="Shape 13"/>
          <p:cNvSpPr/>
          <p:nvPr/>
        </p:nvSpPr>
        <p:spPr>
          <a:xfrm>
            <a:off x="6903720" y="3246120"/>
            <a:ext cx="310896" cy="310896"/>
          </a:xfrm>
          <a:prstGeom prst="ellipse">
            <a:avLst/>
          </a:prstGeom>
          <a:solidFill>
            <a:srgbClr val="3E8D6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03720" y="32461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311810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生成训练数据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360920" y="34015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平面波 + 它的旋度，1500 个样本，不用仿真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675120" y="3931920"/>
            <a:ext cx="5029200" cy="841248"/>
          </a:xfrm>
          <a:prstGeom prst="roundRect">
            <a:avLst>
              <a:gd name="adj" fmla="val 4891"/>
            </a:avLst>
          </a:prstGeom>
          <a:solidFill>
            <a:srgbClr val="F2F6F9"/>
          </a:solidFill>
          <a:ln/>
        </p:spPr>
      </p:sp>
      <p:sp>
        <p:nvSpPr>
          <p:cNvPr id="21" name="Shape 18"/>
          <p:cNvSpPr/>
          <p:nvPr/>
        </p:nvSpPr>
        <p:spPr>
          <a:xfrm>
            <a:off x="6903720" y="4206240"/>
            <a:ext cx="310896" cy="310896"/>
          </a:xfrm>
          <a:prstGeom prst="ellipse">
            <a:avLst/>
          </a:prstGeom>
          <a:solidFill>
            <a:srgbClr val="3E8D6D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90372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360920" y="407822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DCO 网络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7360920" y="43616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两条腿：一条吃场，一条吃坐标；2.25 M 参数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675120" y="4892040"/>
            <a:ext cx="5029200" cy="841248"/>
          </a:xfrm>
          <a:prstGeom prst="roundRect">
            <a:avLst>
              <a:gd name="adj" fmla="val 4891"/>
            </a:avLst>
          </a:prstGeom>
          <a:solidFill>
            <a:srgbClr val="F2F6F9"/>
          </a:solidFill>
          <a:ln/>
        </p:spPr>
      </p:sp>
      <p:sp>
        <p:nvSpPr>
          <p:cNvPr id="26" name="Shape 23"/>
          <p:cNvSpPr/>
          <p:nvPr/>
        </p:nvSpPr>
        <p:spPr>
          <a:xfrm>
            <a:off x="6903720" y="5166360"/>
            <a:ext cx="310896" cy="310896"/>
          </a:xfrm>
          <a:prstGeom prst="ellipse">
            <a:avLst/>
          </a:prstGeom>
          <a:solidFill>
            <a:srgbClr val="16A8B7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6903720" y="51663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7360920" y="503834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三组测试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360920" y="53218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单步准不准 / 换网格还能用吗 / 塞回时间推进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0" y="58064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i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前三块是「把论文搭起来」，第四块才是「看它到底行不行」—— 问题也出在第四块。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块 ①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先把尺子校准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网络准不准，取决于拿什么去量它。所以第一件事不是搭网络，是证明我的参考解是对的。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000" dirty="0"/>
          </a:p>
        </p:txBody>
      </p:sp>
      <p:pic>
        <p:nvPicPr>
          <p:cNvPr id="7" name="Image 0" descr="/home/user/HFSS_auto/pidon_mvp/slides/figs/B_ca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7818120" cy="32004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4791456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mm 立方腔，32³ 网格，8192 步 —— 我自己写的 FDTD 现场算出来的频谱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95360" y="1645920"/>
            <a:ext cx="3108960" cy="960120"/>
          </a:xfrm>
          <a:prstGeom prst="roundRect">
            <a:avLst>
              <a:gd name="adj" fmla="val 4286"/>
            </a:avLst>
          </a:prstGeom>
          <a:solidFill>
            <a:srgbClr val="F2F6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823960" y="1755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解析公式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2002536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教科书闭式解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823960" y="224942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理论真值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595360" y="2724912"/>
            <a:ext cx="3108960" cy="960120"/>
          </a:xfrm>
          <a:prstGeom prst="roundRect">
            <a:avLst>
              <a:gd name="adj" fmla="val 4286"/>
            </a:avLst>
          </a:prstGeom>
          <a:solidFill>
            <a:srgbClr val="F2F6F9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8823960" y="283464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我写的 FDTD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308152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自己实现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8823960" y="3328416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8B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-0.10% ~ -0.30%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595360" y="3803904"/>
            <a:ext cx="3108960" cy="960120"/>
          </a:xfrm>
          <a:prstGeom prst="roundRect">
            <a:avLst>
              <a:gd name="adj" fmla="val 4286"/>
            </a:avLst>
          </a:prstGeom>
          <a:solidFill>
            <a:srgbClr val="F2F6F9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823960" y="391363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CST 商业软件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8823960" y="416052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独立第三方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8823960" y="440740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C7A8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-0.11% ~ -0.37%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859536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三个互相独立的来源，</a:t>
            </a:r>
            <a:endParaRPr lang="en-US" sz="125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答到了同一组数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02920" y="5440680"/>
            <a:ext cx="11201400" cy="786384"/>
          </a:xfrm>
          <a:prstGeom prst="roundRect">
            <a:avLst>
              <a:gd name="adj" fmla="val 5814"/>
            </a:avLst>
          </a:prstGeom>
          <a:solidFill>
            <a:srgbClr val="FEEFDA"/>
          </a:solidFill>
          <a:ln/>
        </p:spPr>
      </p:sp>
      <p:sp>
        <p:nvSpPr>
          <p:cNvPr id="23" name="Text 20"/>
          <p:cNvSpPr txBox="1"/>
          <p:nvPr/>
        </p:nvSpPr>
        <p:spPr>
          <a:xfrm>
            <a:off x="868680" y="5440680"/>
            <a:ext cx="105156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为什么非要拉 CST 进来：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怕自己的 FDTD 写错了，却和自己生成的训练数据「自洽地错」—— 那样后面三组测试全过，结论却全是假的。第三方求解器是独立的一票。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块 ②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训练数据：为什么平面波就够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这是这条路线和前两篇最不一样的地方 —— 数据不用仿真、不用天线、几乎免费。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000" dirty="0"/>
          </a:p>
        </p:txBody>
      </p:sp>
      <p:pic>
        <p:nvPicPr>
          <p:cNvPr id="7" name="Image 0" descr="/home/user/HFSS_auto/pidon_mvp/slides/figs/C_s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6675120" cy="30632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4681728"/>
            <a:ext cx="667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一个真实的训练样本（现场用 gen_data.py 生成的，不是示意图）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7452360" y="1572768"/>
            <a:ext cx="4270248" cy="3063240"/>
          </a:xfrm>
          <a:prstGeom prst="roundRect">
            <a:avLst>
              <a:gd name="adj" fmla="val 1343"/>
            </a:avLst>
          </a:prstGeom>
          <a:solidFill>
            <a:srgbClr val="F2F6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72668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为什么这么简单的数据就够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7726680" y="2084832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E2F4F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208483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平面波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7726680" y="26060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726680" y="2798064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FEEFD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726680" y="2798064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旋度退化成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乘一个矢量 k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7726680" y="331927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B6C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↓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726680" y="3511296"/>
            <a:ext cx="3749040" cy="512064"/>
          </a:xfrm>
          <a:prstGeom prst="roundRect">
            <a:avLst>
              <a:gd name="adj" fmla="val 8929"/>
            </a:avLst>
          </a:prstGeom>
          <a:solidFill>
            <a:srgbClr val="E4F1EA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7726680" y="351129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 k 扫一遍</a:t>
            </a:r>
            <a:endParaRPr lang="en-US" sz="115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把算子扫遍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4078224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 从 0 扫到 1048（对应 0–50 GHz），就等于把旋度这个算子所有可能的行为都见过一遍了。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502920" y="5029200"/>
            <a:ext cx="11201400" cy="868680"/>
          </a:xfrm>
          <a:prstGeom prst="roundRect">
            <a:avLst>
              <a:gd name="adj" fmla="val 5263"/>
            </a:avLst>
          </a:prstGeom>
          <a:solidFill>
            <a:srgbClr val="FEEFDA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868680" y="50292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所以它能直接用到腔体、微带滤波器、超表面单元。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旋度是局部的、只跟场有关；介质是从更新方程的 ε、μ 进来的，不进旋度。学旋度 = 学一件跟具体结构无关的事 —— 这是前两篇做不到的。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02920" y="6016752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对比：前两篇学的是「这一类结构的统计规律」，换个结构就要重造数据集（MAE 那篇明码标价 411 小时）。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块 ③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网络：两条腿，一条吃场，一条吃坐标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这个「两条腿」的设计不是装饰 —— 它决定了换网格尺寸能不能不用重训。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000" dirty="0"/>
          </a:p>
        </p:txBody>
      </p:sp>
      <p:pic>
        <p:nvPicPr>
          <p:cNvPr id="7" name="Image 0" descr="/home/user/HFSS_auto/pidon_mvp/slides/figs/D_n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536192"/>
            <a:ext cx="7406640" cy="38953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22960" y="5449824"/>
            <a:ext cx="7406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DeepONet 的双分支结构：两条腿的输出逐元素相乘，得到旋度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549640" y="1600200"/>
            <a:ext cx="3172968" cy="1371600"/>
          </a:xfrm>
          <a:prstGeom prst="roundRect">
            <a:avLst>
              <a:gd name="adj" fmla="val 3000"/>
            </a:avLst>
          </a:prstGeom>
          <a:solidFill>
            <a:srgbClr val="F2F6F9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8549640" y="1783080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6A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 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8549640" y="2331720"/>
            <a:ext cx="31729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参数 · 3D U-Net 主干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549640" y="3127248"/>
            <a:ext cx="3172968" cy="2286000"/>
          </a:xfrm>
          <a:prstGeom prst="roundRect">
            <a:avLst>
              <a:gd name="adj" fmla="val 2000"/>
            </a:avLst>
          </a:prstGeom>
          <a:solidFill>
            <a:srgbClr val="FDECEA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796528" y="3127248"/>
            <a:ext cx="2697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我在这里踩的坑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论文只说 trunk「吃坐标」，没说吃的是绝对位置还是别的。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我按字面喂绝对位置 —— 换大网格时网络在外推没见过的数。
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改成只喂格子尺寸后，误差差了 </a:t>
            </a:r>
            <a:pPr indent="0" marL="0">
              <a:lnSpc>
                <a:spcPts val="1600"/>
              </a:lnSpc>
              <a:buNone/>
            </a:pPr>
            <a:r>
              <a:rPr lang="en-US" sz="1500" b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 倍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。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58155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论文没写的实现细节我记录了 8 个 —— 这是最贵的一个，也是读论文发现不了、只有复现才能发现的那种。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块 ④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三组测试：过了两关，卡在第三关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前三块是把论文搭起来，这一块才是看它到底行不行。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72768"/>
            <a:ext cx="5029200" cy="1152144"/>
          </a:xfrm>
          <a:prstGeom prst="roundRect">
            <a:avLst>
              <a:gd name="adj" fmla="val 3571"/>
            </a:avLst>
          </a:prstGeom>
          <a:solidFill>
            <a:srgbClr val="E4F1EA"/>
          </a:solidFill>
          <a:ln/>
        </p:spPr>
      </p:sp>
      <p:sp>
        <p:nvSpPr>
          <p:cNvPr id="8" name="Shape 6"/>
          <p:cNvSpPr/>
          <p:nvPr/>
        </p:nvSpPr>
        <p:spPr>
          <a:xfrm>
            <a:off x="731520" y="1709928"/>
            <a:ext cx="292608" cy="292608"/>
          </a:xfrm>
          <a:prstGeom prst="ellipse">
            <a:avLst/>
          </a:prstGeom>
          <a:solidFill>
            <a:srgbClr val="3E8D6D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31520" y="17099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单步准不准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170992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同一档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2066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在论文自己的配置下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（32³、同样深度）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3200400" y="206654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我们 7.0e-4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论文 7.7e-4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816352"/>
            <a:ext cx="5029200" cy="1152144"/>
          </a:xfrm>
          <a:prstGeom prst="roundRect">
            <a:avLst>
              <a:gd name="adj" fmla="val 3571"/>
            </a:avLst>
          </a:prstGeom>
          <a:solidFill>
            <a:srgbClr val="FEEFDA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2953512"/>
            <a:ext cx="292608" cy="292608"/>
          </a:xfrm>
          <a:prstGeom prst="ellipse">
            <a:avLst/>
          </a:prstGeom>
          <a:solidFill>
            <a:srgbClr val="D9822D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29535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换网格还能用吗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200400" y="29535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见右图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43000" y="33101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16³ 训好的权重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直接拿去更大的网格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331012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能用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误差涨 2.2 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4059936"/>
            <a:ext cx="5029200" cy="1152144"/>
          </a:xfrm>
          <a:prstGeom prst="roundRect">
            <a:avLst>
              <a:gd name="adj" fmla="val 3571"/>
            </a:avLst>
          </a:prstGeom>
          <a:solidFill>
            <a:srgbClr val="FDECE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97096"/>
            <a:ext cx="292608" cy="292608"/>
          </a:xfrm>
          <a:prstGeom prst="ellipse">
            <a:avLst/>
          </a:prstGeom>
          <a:solidFill>
            <a:srgbClr val="B3392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31520" y="4197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43000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塞回时间推进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3200400" y="4197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卡在这里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143000" y="45537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当成 ∇× 反复调用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一步一步往前推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3200400" y="455371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147 步</a:t>
            </a:r>
            <a:endParaRPr lang="en-US" sz="1200" dirty="0"/>
          </a:p>
          <a:p>
            <a:pPr algn="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彻底发散</a:t>
            </a:r>
            <a:endParaRPr lang="en-US" sz="1200" dirty="0"/>
          </a:p>
        </p:txBody>
      </p:sp>
      <p:pic>
        <p:nvPicPr>
          <p:cNvPr id="28" name="Image 0" descr="/home/user/HFSS_auto/pidon_mvp/slides/figs/E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1828800"/>
            <a:ext cx="5852160" cy="2679192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5852160" y="4572000"/>
            <a:ext cx="5852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测试② 的原始数据：同一套 16³ 训好的权重，换到更大的网格上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02920" y="5376672"/>
            <a:ext cx="11201400" cy="868680"/>
          </a:xfrm>
          <a:prstGeom prst="roundRect">
            <a:avLst>
              <a:gd name="adj" fmla="val 5263"/>
            </a:avLst>
          </a:prstGeom>
          <a:solidFill>
            <a:srgbClr val="F2F6F9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868680" y="5376672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一个今天早上才发现的错误：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测试②我一直拿自己的「相对 L2」去和论文的数字比，但论文报的是另一个口径的误差，两者在这份数据上差 30–40 倍。脚本已改、正在重测 —— 所以今天这一栏只给我们自己的数，不给和论文的倍数。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关键发现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闭环为什么会炸 —— 不是因为不够准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「第 147 步」指的是时间步，不是训练轮数。权重早就冻住了，是拿它当 ∇× 反复调用了 147 次。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000" dirty="0"/>
          </a:p>
        </p:txBody>
      </p:sp>
      <p:pic>
        <p:nvPicPr>
          <p:cNvPr id="7" name="Image 0" descr="/home/user/HFSS_auto/pidon_mvp/slides/figs/F_rh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72768"/>
            <a:ext cx="5532120" cy="308152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02920" y="4700016"/>
            <a:ext cx="5532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个模型实测：每步放大得越狠，活得越短</a:t>
            </a:r>
            <a:endParaRPr lang="en-US" sz="1050" dirty="0"/>
          </a:p>
        </p:txBody>
      </p:sp>
      <p:pic>
        <p:nvPicPr>
          <p:cNvPr id="9" name="Image 1" descr="/home/user/HFSS_auto/pidon_mvp/slides/figs/G_ti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572768"/>
            <a:ext cx="5349240" cy="299923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355080" y="4700016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而且它死在固定的「物理时刻」，不是固定的步数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502920" y="5029200"/>
            <a:ext cx="5532120" cy="1234440"/>
          </a:xfrm>
          <a:prstGeom prst="roundRect">
            <a:avLst>
              <a:gd name="adj" fmla="val 3704"/>
            </a:avLst>
          </a:prstGeom>
          <a:solidFill>
            <a:srgbClr val="F2F6F9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777240" y="5029200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闭环 = 把同一个算子连乘几百次。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所以关键不是「一次准不准」，是「每次会不会放大一点」。真 FDTD 的放大倍数 ρ 严格等于 1，所以能跑几十万步；我们的网络 ρ = 1.11。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355080" y="5029200"/>
            <a:ext cx="5349240" cy="1234440"/>
          </a:xfrm>
          <a:prstGeom prst="roundRect">
            <a:avLst>
              <a:gd name="adj" fmla="val 3704"/>
            </a:avLst>
          </a:prstGeom>
          <a:solidFill>
            <a:srgbClr val="FEEFDA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629400" y="5029200"/>
            <a:ext cx="4800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所以减小时间步一点用都没有。
</a:t>
            </a:r>
            <a:endParaRPr lang="en-US" sz="12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步数变多了，每步长得少了，撑到的时刻完全不变 —— 这是算子本身的毛病，换积分器、缩时间步都改不了。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10896"/>
            <a:ext cx="1234440" cy="274320"/>
          </a:xfrm>
          <a:prstGeom prst="roundRect">
            <a:avLst>
              <a:gd name="adj" fmla="val 46667"/>
            </a:avLst>
          </a:prstGeom>
          <a:solidFill>
            <a:srgbClr val="FBEED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31089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复现 · 我的切入点</a:t>
            </a:r>
            <a:endParaRPr lang="en-US" sz="105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676656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 ρ = 1 成为结构上的保证，而不是训练碰运气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70432"/>
            <a:ext cx="11155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既然 ρ 是判据，就不该指望它靠训练碰巧落在 1 附近。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1430000" y="63825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6B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1201400" cy="749808"/>
          </a:xfrm>
          <a:prstGeom prst="roundRect">
            <a:avLst>
              <a:gd name="adj" fmla="val 6098"/>
            </a:avLst>
          </a:prstGeom>
          <a:solidFill>
            <a:srgbClr val="F2F6F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5544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做法一句话：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别让网络直接输出旋度。让它输出一个「对称」的滤波器，再和精确的离散旋度复合 —— 这样复合出来的算子 ρ 恒等于 1，是可以证明的，不是训出来的。</a:t>
            </a:r>
            <a:endParaRPr lang="en-US" sz="1300" dirty="0"/>
          </a:p>
        </p:txBody>
      </p:sp>
      <p:pic>
        <p:nvPicPr>
          <p:cNvPr id="9" name="Image 0" descr="/home/user/HFSS_auto/pidon_mvp/slides/figs/H_stru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87168"/>
            <a:ext cx="8229600" cy="3200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40080" y="574243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二维验证（8 个参数）：既比 Yee 格式准，又严格稳定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9098280" y="2487168"/>
            <a:ext cx="2624328" cy="3200400"/>
          </a:xfrm>
          <a:prstGeom prst="roundRect">
            <a:avLst>
              <a:gd name="adj" fmla="val 1568"/>
            </a:avLst>
          </a:prstGeom>
          <a:solidFill>
            <a:srgbClr val="F2F6F9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326880" y="267004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46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三维也成立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9326880" y="30175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8B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9326880" y="349300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个参数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9326880" y="3913632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误差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413308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比 Yee 好 4.2 倍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326880" y="4535424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7F8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稳定性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47548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8D6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ρ = 1.0000000000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52303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但只在均匀自由空间成立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B3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有介质界面还没做通</a:t>
            </a:r>
            <a:endParaRPr lang="en-US" sz="1050" dirty="0"/>
          </a:p>
        </p:txBody>
      </p:sp>
      <p:sp>
        <p:nvSpPr>
          <p:cNvPr id="20" name="Text 17"/>
          <p:cNvSpPr txBox="1"/>
          <p:nvPr/>
        </p:nvSpPr>
        <p:spPr>
          <a:xfrm>
            <a:off x="502920" y="6053328"/>
            <a:ext cx="11201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 ①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把论文 Algorithm 1 的双内层循环补完，测它的 ρ　　</a:t>
            </a:r>
            <a:pPr indent="0" marL="0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D9822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</a:t>
            </a:r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4465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把这个结构约束加进 U-Net，才能去做真正需要大网络的场合：非均匀介质、材料界面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PI-DON 复现</dc:title>
  <dc:subject>PptxGenJS Presentation</dc:subject>
  <dc:creator>PptxGenJS</dc:creator>
  <cp:lastModifiedBy>PptxGenJS</cp:lastModifiedBy>
  <cp:revision>1</cp:revision>
  <dcterms:created xsi:type="dcterms:W3CDTF">2026-09-10T06:29:31Z</dcterms:created>
  <dcterms:modified xsi:type="dcterms:W3CDTF">2026-09-10T06:29:31Z</dcterms:modified>
</cp:coreProperties>
</file>