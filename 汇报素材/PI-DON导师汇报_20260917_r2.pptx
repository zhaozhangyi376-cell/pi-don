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PI-DON reproduction | 2026-09-17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证据优先：工程交付 ≠ 科学复现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PI-DON 论文复现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F"/>
                </a:solidFill>
              </a:rPr>
              <a:t>从“学习旋度算子”到“逐时间步在线适配”的证据链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平面波监督学习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743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固定权重审计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网络是否真的学到算子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743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Maxwell 残差在线训练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2743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场门验收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与 Yee 参考场比较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A3"/>
                </a:solidFill>
              </a:rPr>
              <a:t>当前结论：算子学习有证据；在线预训练收益未被支持；论文显式参考线已独立建立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BD5"/>
                </a:solidFill>
              </a:rPr>
              <a:t>汇报日期：2026-09-17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汇报导航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导师真正会追问的三个问题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4251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1. 电磁上做了什么？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DCO 替代的是离散旋度计算，不是直接替代整个 Maxwell 方程；边界、源、时间更新仍需显式处理。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143000"/>
            <a:ext cx="64008" cy="42519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A7A3"/>
                </a:solidFill>
              </a:rPr>
              <a:t>2. AI 到底学了什么？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阶段一学“场 + 坐标 → curl 场”的映射；阶段二每个半步再用物理残差适配网络参数。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143000"/>
            <a:ext cx="64008" cy="42519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5"/>
                </a:solidFill>
              </a:rPr>
              <a:t>3. 结果是否支持方向？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6176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 DCO 显著优于随机网络；但在线 128 步预训练没有降低成本，且真实场门失败。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来源：本项目当前证据总览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逻辑总图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一句话逻辑链：不要把四种“误差”混成一个结论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解析平面波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构造 E 与解析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阶段一 DCO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监督拟合局部算子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阶段二残差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每半步拟合当前 curl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Yee 场门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检验递推后的真实场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2743200"/>
            <a:ext cx="10515600" cy="594360"/>
          </a:xfrm>
          <a:prstGeom prst="chevron">
            <a:avLst/>
          </a:prstGeom>
          <a:solidFill>
            <a:srgbClr val="DDEAF0"/>
          </a:solidFill>
          <a:ln w="12700">
            <a:solidFill>
              <a:srgbClr val="BC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169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训练损失小  →  单步 curl 接近  →  Maxwell 更新接近  →  多步场仍可能累积偏差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必要但非充分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单步残差过门并不保证相位、分量比例和长期递推都正确。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验收必须分层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111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算子精度、在线残差、六分量场误差、源外探针和长时频谱分别回答不同问题。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科学红线；当前项目验收合同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论文方法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复现对象不是一个网络，而是一套两阶段求解机制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阶段一：Deep Curl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输入：E/H 三分量场 + 对应空间坐标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输出：curl(E) 或 curl(H) 三分量场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训练：解析平面波监督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目的：获得可迁移的旋度算子初始化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阶段二：PI-DON 时间推进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每个时间半步：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1) 用 Maxwell 离散目标训练当前 DCO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2) 达到残差门后更新 E/H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3) 施加源与边界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4) 进入下一半步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70448" y="3246120"/>
            <a:ext cx="466344" cy="0"/>
          </a:xfrm>
          <a:prstGeom prst="line">
            <a:avLst/>
          </a:prstGeom>
          <a:noFill/>
          <a:ln w="38100">
            <a:solidFill>
              <a:srgbClr val="E07A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04688" y="2697480"/>
            <a:ext cx="1188720" cy="310896"/>
          </a:xfrm>
          <a:prstGeom prst="round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权重初始化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来源：Qi &amp; Sarris (2025), Sections III-A–III-C,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Maxwell 旋度方程决定了时间推进的骨架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Faraday 定律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∂H/∂t = − μ⁻¹ ∇×E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636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8A67"/>
                </a:solidFill>
              </a:rPr>
              <a:t>Ampère–Maxwell 定律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∂E/∂t = ε⁻¹(∇×H − 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已知 Eⁿ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求 curl(Eⁿ)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更新 Hⁿ⁺¹ᐟ²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跨半个时间步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求 curl(Hⁿ⁺¹ᐟ²)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作为 E 的驱动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更新 Eⁿ⁺¹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叠加源与边界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10149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617720"/>
            <a:ext cx="64008" cy="9601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的位置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4712" y="5056632"/>
            <a:ext cx="98572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它替换上面两个“求 curl”的算子调用；时间离散、材料参数、源和边界仍在求解器中。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来源：Maxwell 时域旋度方程；论文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旋度不是“一个点的值”，而是局部环量密度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93776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c11fc941c1b81fd237eda5c00a37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49266"/>
            <a:ext cx="4937760" cy="1605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4300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527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(∇×E)x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8191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∂Ez/∂y − ∂Ey/∂z：围绕 x 法向小面的环量。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69748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69748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072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(∇×E)y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13639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∂Ex/∂z − ∂Ez/∂x：围绕 y 法向小面的环量。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2519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25196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(∇×E)z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69087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∂Ey/∂x − ∂Ex/∂y：围绕 z 法向小面的环量。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来源：汇报素材/cc11fc...png；连续旋度定义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Yee 网格：E 与 H 分量本来就不在同一空间位置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Yee单位网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8607"/>
            <a:ext cx="5669280" cy="3257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交错放置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39712" y="158191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Ex、Ey、Ez 位于不同边；Hx、Hy、Hz 位于不同面。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56032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离散旋度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39712" y="299923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每个 curl 分量由环绕对应面的四条边场差分得到。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97764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3977640"/>
            <a:ext cx="64008" cy="10972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为什么六分量分别验收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441655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支撑域、参考峰值和物理作用都不同；全局平均可掩盖某一分量超标。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来源：汇报素材/Yee单位网格.png；Yee 1966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传统 FDTD：旋度差分 + 时间交错更新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32688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时域差分求解公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7404"/>
            <a:ext cx="6492240" cy="177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14300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第一半步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512" y="158191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Eⁿ 的空间差分更新 Hⁿ⁺¹ᐟ²。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27889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第二半步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25512" y="322783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Hⁿ⁺¹ᐟ² 的空间差分更新 Eⁿ⁺¹。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43484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43484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4544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PI-DON 改动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25512" y="487375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用神经算子输出替代差分 curl，但不删除上述时间更新。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来源：汇报素材/时域差分求解公式.png；项目 src/pidon/fdtd.py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CFL 条件仍然约束时间步长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937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FL极限定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8997"/>
            <a:ext cx="4937760" cy="1634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稳定性来源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36792" y="15819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电磁波每个时间步不能跨越过多网格；这是显式时间积分的数值稳定条件。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不自动消除 CFL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即使 curl 由网络给出，E/H 仍按显式离散式推进。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3434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当前基线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36792" y="4782312"/>
            <a:ext cx="47823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n=31 间隔、50 mm 腔体、dt=3.075 ps；均作为实现合同记录。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来源：汇报素材/CFL极限定义.png；当前 solver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与物理接口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DCO 的输入输出：场和坐标进去，旋度场出来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5087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 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E(x,y,z)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64008" cy="15087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 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09651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(x,y,z) 坐标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214884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48840"/>
            <a:ext cx="64008" cy="2057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双编码器 + Hadamard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33672" y="2587752"/>
            <a:ext cx="295351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分别提取“场模式”和“空间位置模式”，逐层相乘后解码。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971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148840"/>
            <a:ext cx="64008" cy="2057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输出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22792" y="2587752"/>
            <a:ext cx="26791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curl(E)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3 × Nx × Ny × Nz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1143000" cy="61264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4407408"/>
            <a:ext cx="1143000" cy="-74980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182112"/>
            <a:ext cx="1143000" cy="0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不是选取空间中的一个点训练：每个样本包含整个 32³ 网格上的三分量输入与三分量解析 curl 目标。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为什么叫 Deep Operator Network，而不只是 CNN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Branch：函数值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接收某个离散电磁场样本，编码“场长什么样”。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Trunk：查询位置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接收对应空间坐标，编码“在哪里求算子输出”。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5603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740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逐层相乘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96312"/>
            <a:ext cx="22677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Branch ⊙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场特征 × 位置特征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67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解码为函数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496312"/>
            <a:ext cx="304495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对整个网格同时输出三分量旋度场。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1810512"/>
            <a:ext cx="685800" cy="88696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370832"/>
            <a:ext cx="685800" cy="-969264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7772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3492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5349240"/>
            <a:ext cx="64008" cy="6400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5458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可换网格的前提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0552" y="5788152"/>
            <a:ext cx="79369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卷积核不依赖固定网格点数，但坐标范围、物理尺度与训练分布仍会影响泛化。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III-A；DeepONet 概念在本项目中的具体实现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四层 DCO：每一层的张量如何变化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Level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234440"/>
            <a:ext cx="64008" cy="13258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Level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64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16³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23444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Level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807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128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8³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23444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Level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4³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2344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234440"/>
            <a:ext cx="64008" cy="13258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融合底部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1673352"/>
            <a:ext cx="1810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Branch ⊙ Trunk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× 4³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874520"/>
            <a:ext cx="5943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256×4³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128×8³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8348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64×16³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892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32×32³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3703320"/>
            <a:ext cx="1600200" cy="914400"/>
          </a:xfrm>
          <a:prstGeom prst="roundRect">
            <a:avLst/>
          </a:prstGeom>
          <a:solidFill>
            <a:srgbClr val="FFE8D6"/>
          </a:solidFill>
          <a:ln w="15240">
            <a:solidFill>
              <a:srgbClr val="E07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3×32³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下采样提取大尺度模式；上采样恢复空间分辨率；同层 skip 保留局部细节。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III-A；src/pidon/dco.py；_01/src/paper01/model.py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逐层输入输出清单：导师可以按张量检查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2×Conv3D + GELU + residual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同构独立编码器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L2–L4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 + MaxPool 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通道翻倍、尺寸减半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64×16³ → 256×4³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Branch_i, Trunk_i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Hadamard 逐元素乘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每层融合特征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Decoder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底部融合 + skip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转置卷积 + residual block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1×1×1 Conv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54864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548640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关键点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16152" y="5925312"/>
            <a:ext cx="97657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三输出通道分别对应 curl_x、curl_y、curl_z，不是 x/y/z 坐标本身。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来源：网络源码与论文架构文字逐项对照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阶段一训练数据：不是测量数据，而是可解析平面波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530352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平面波输入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32957"/>
            <a:ext cx="5303520" cy="3409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采样方向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θ∈[0,π], φ∈[-π,π]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采样波数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k∈[0,1048] rad/m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采样幅度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Ex,Ey∈[0,5]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解析生成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 与 curl(E)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每个样本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2823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整个 32³ 网格 × 3 个场分量；不是只取一个空间点。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3434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2823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为什么用平面波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28232" y="47823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其旋度可由 k×E₀ 解析得到，监督标签无 FDTD 离散误差。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III-C；汇报素材/平面波输入.webp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平面波约束：振幅必须与传播方向正交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5"/>
                </a:solidFill>
              </a:rPr>
              <a:t>E(r) = Σ E₀,m cos(km·r)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8A67"/>
                </a:solidFill>
              </a:rPr>
              <a:t>km · E₀,m = 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514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采样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先采样 θ、φ 得到单位传播方向 k̂。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64008" cy="25146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采样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采样 Ex、Ey 幅值，再由横向条件确定第三分量。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64008" cy="25146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物理意义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无源均匀介质中的平面电磁波为横波。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74920"/>
            <a:ext cx="64008" cy="6858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1846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07A35"/>
                </a:solidFill>
              </a:rPr>
              <a:t>当前不确定项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7592" y="5513832"/>
            <a:ext cx="95829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论文没有公开每个训练样本包含多少个波、相位和复数转实数约定；这些必须登记为 ASSUMED。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Eq.(2) 与 Section III-C；_01/paper_contract.json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解析标签怎么得到：对平面波直接求导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55"/>
                </a:solidFill>
              </a:rPr>
              <a:t>∇×[E₀ cos(k·r)] = −(k×E₀) sin(k·r)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输入参数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k、E₀、网格坐标 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相位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φ = k·r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14884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叉乘幅值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 × E₀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87384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214884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 curl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−(k×E₀) sinφ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88620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训练比较对象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网络输出的三个 curl 分量 vs 上式在每个网格位置的解析值。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862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边界是否参与阶段一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没有：平面波算子数据不包含腔体 PEC；边界在阶段二求解问题中处理。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来源：解析向量微积分；scripts/experiments/phase1_full_run.py；_01/data.py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一个阶段一样本，从输入到标签的完整形状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参数记录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d=(dx,dy,dz)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θ, φ, 20个k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20组振幅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9476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坐标网格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336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x,y,z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 × 32 × 32 × 32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Branch 张量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14904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E=(Ex,Ey,Ez)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37947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7947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Trunk 张量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7952" y="42336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位置坐标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017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423160"/>
            <a:ext cx="64008" cy="16002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监督标签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862072"/>
            <a:ext cx="27249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curl(E)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每分量局部归一化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17556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44988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1755648"/>
            <a:ext cx="1280160" cy="1216152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498848"/>
            <a:ext cx="1280160" cy="-102412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来源：论文显式参数 + _01 冻结假设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关键对比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论文、既有主线与 `_01`：哪些相同，哪些只是工程替代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84280" cy="5074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论文文字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 S1R 主线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`_01`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当前判断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网格/样本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batch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1e-4→2e-6 cosine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S1R非原文显式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空间坐标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网格间距常数通道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位置坐标(mm)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S1R不忠实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输出归一化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各分量local 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输入RMS导出尺度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目标逐样本逐分量max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_01更字面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无法证明一致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实/复数与相位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必须假设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来源：docs/paper/paper_text.txt；phase1_full_run.py；_01/paper_contract.json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方法审视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现在回头看：这些偏离理由还合理吗？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5568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当时理由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现在评价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Cosine降学习率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提高后期稳定性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工程合理，但不能叫原文配置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_01固定1e-4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间距常数作Trunk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直接告诉网络尺度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可能利于缩放，但丢失绝对位置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_01改位置坐标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输入RMS归一化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可逆，在线时不需真值尺度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工程必要性强，但与原文字面不同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两条线分开报告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硬PEC状态投影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严格满足导体边界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物理合理，但梯度路径不等价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做损失前投影对照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严格R&lt;1e-5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控制长期误差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比论文9.6e-3严很多，速度不可横比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论文阈值另线诊断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532120"/>
            <a:ext cx="103327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553212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641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5971032"/>
            <a:ext cx="1004011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这些选择大多是“可辩护的工程选择”，但不能继续混称为“作者配置”；因此建立 `_01` 独立参考线。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来源：_01/paper_contract.json；PEC run #301；现有 S1R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指标与训练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归一化为什么会改变问题本身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论文文字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“U-net output was normalized by the local maximum for each component.”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字面理解需要目标 curl 的局部最大值。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14300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主线实现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用输入场 RMS 和网格尺度构造可逆尺度。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优点：在线推理不需要知道答案。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43000"/>
            <a:ext cx="64008" cy="35661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`_01` 参考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训练/测试阶段按目标每样本、每分量最大值归一化。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优点：更贴原文字面；缺点：在线去归一化仍不明确。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04D"/>
                </a:solidFill>
              </a:rPr>
              <a:t>这是复现中的核心未知项，而不是一句“归一化不同”可以带过。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III-C；src/pidon/dco.py；_01/model.py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四个常见指标回答的是四个不同问题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MSE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训练目标：逐点平方误差平均。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对大误差敏感；受归一化方式影响。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44805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Eq.(5) MRE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逐点 |误差|/|真值|；真值为零时用绝对误差。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极易被近零点放大。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nMAE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某分量所有支撑网格点的平均绝对误差 / 该分量参考峰值。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1%门就是 nMAE≤0.01。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09828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09728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relL2 / 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全域能量范数意义上的相对误差；六分量加权汇总为 Q。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可掩盖局部分量。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来源：paper_protocol.py；field acceptance metric contract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阶段一已有结果：不能再简单写“未复现”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旧 DCO / 重建 Fig.5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nMAE；固定权重零更新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随机网络 / 同输入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nMAE；固定随机种子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S1R 开发集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2.186%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1000 epoch，best epoch 970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8696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S1R 盲测 32³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159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4.150%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盲测门失败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8036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可以说什么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至少一个已有 DCO 对声明的解析平面波重建显著优于随机网络，说明学到了非平凡的 curl 映射。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不能说什么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S1R 的盲测和换网格门没有通过；不能称“完全达到论文泛化水平”。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#300；SR-COMPARE；S1R summary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固定权重直接看场：旧 DCO 的 curl 预测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#300；Fig.5 参数重建，振幅为固定种子假设；parameter_updates=0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同样输入下的随机网络：不是“看起来也差不多”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random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#300；固定随机种子；parameter_updates=0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固定算子实验回答了“DCO有没有学到东西”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解析平面波宏 nMAE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旧 DCO；零更新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随机对照宏 nMAE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同结构；零更新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误差比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7590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68.4×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随机 / 旧 DCO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结论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DCO 学到解析 curl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结论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不是随机网络偶然输出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限制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仅一组重建+既有盲测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限制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不能代表在线腔体输入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846320"/>
            <a:ext cx="10287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46320"/>
            <a:ext cx="64008" cy="822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95604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F93"/>
                </a:solidFill>
              </a:rPr>
              <a:t>科学定位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5285232"/>
            <a:ext cx="9994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这是“第一阶段算子有效性”的直接诊断证据；它不能自动证明“第二阶段预训练能省成本”。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来源：evidence/briefing_20260917/operator_audit_r1/summary.json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阶段一泛化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换网格泛化：有亮点，但不是全面达到论文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MRE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 paper32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 blind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L4: 7.7e-4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2.791e-3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4.150e-2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指标口径不同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2.875e-3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旧模型较好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64×96×16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5.687e-3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32×64×16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6.266e-3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为什么不能直接比倍数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论文列 Eq.(5) MRE；旧表部分是 nMAE。名称相近但数学定义不同。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572000"/>
            <a:ext cx="64008" cy="1143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正确表述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同口径重测证明模型可在新尺寸前向，但“达到论文精度”仍需同数据同指标。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来源：SR-COMPARE；论文 Table/Section III-D；旧表仅作历史对照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 Algorithm 1：每个时间步都重新适配 DCO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00" cy="5303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Algorith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65"/>
            <a:ext cx="6400800" cy="4564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09728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0972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预训练初始化 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34072" y="153619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H/E 网络从阶段一 DCO 权重开始。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60604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2606040"/>
            <a:ext cx="64008" cy="11430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34072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随机初始化 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4072" y="304495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同结构 H/E 网络从固定随机权重开始。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4251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1148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34072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比较对象是谁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34072" y="4553712"/>
            <a:ext cx="39593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初始化的是“本时间推进中要反复训练的两个 curl 网络参数”，不是 E/H 场本身。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Algorithm 1 截图；当前 Solver._make_net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一个完整时间步，代码实际做六件事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① 训练 H-net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curl(H) 目标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② 更新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Ampère 离散式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③ 加源+PEC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硬源与切向E置零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④ 训练 E-net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curl(E) 目标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08704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7304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01752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1896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⑤ 投影 curlE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1896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法向边界面置零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51648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0248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0248" y="301752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840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⑥ 更新 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4840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Faraday 离散式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287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0932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“无监督”的含义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5422392"/>
            <a:ext cx="9994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网络不读取 Yee 真值场作为训练标签；训练目标由当前 E/H 和 Maxwell 离散关系内部生成。Yee 只在验收时作独立参考。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来源：src/pidon/pidon_solve.py；论文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A：由当前 H 构造训练目标并更新 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当前状态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Hⁿ⁺¹ᐟ² 的六个 Yee 支撑数组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物理目标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离散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由当前场直接计算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H-net 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Eⁿ⁺¹ = Eⁿ + Δt ε⁻¹ [curl(Hⁿ⁺¹ᐟ²) − J]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网络输出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不是直接输出E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01568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886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时间更新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材料参数ε与Δt仍显式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08776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886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源项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3368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J或硬源另行施加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87384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15984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3886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边界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0576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更新后应用PEC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H → update E → source → apply_pec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B：由更新后的 E 训练另一个网络并更新 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更新后状态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Eⁿ⁺¹ 已包含源与 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curl(Eⁿ⁺¹)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边界投影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curl-E 三分量的法向边界面置零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Hⁿ⁺³ᐟ² = Hⁿ⁺¹ᐟ² − Δt μ⁻¹ curl(Eⁿ⁺¹)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287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788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两个网络为什么都要训练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99943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一个拟合 H→curl(H)，另一个拟合 E→curl(E)；它们输入分布、单位尺度和时间相位不同，因此当前实现分开维护。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E → _insert_prediction(E) → update H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论文说“边界在 loss 中”，但具体文字其实是先置零再回传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93776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PEC边界条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6334"/>
            <a:ext cx="4937760" cy="2068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972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07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论文原文操作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3619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将 PEC 上预测的切向分量设为 0，然后计算 Eq.(7) 损失并反向传播。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7889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78892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986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当前生产操作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22783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更新 E 后对场做切向硬投影；另对 curl-E 输出的法向边界面做投影。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4805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480560"/>
            <a:ext cx="64008" cy="1051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590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审计结论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919472"/>
            <a:ext cx="49651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都严格满足边界，但对象与梯度路径未证明等价。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来源：论文边界段落；run #301；汇报素材/PEC边界条件.png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 PEC 掩码具体清零哪些自由度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658368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ec_tangential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59736"/>
            <a:ext cx="6583680" cy="2029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14300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Ex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6952" y="158191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y、z 法向的四个 PEC 面上为切向分量。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0604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260604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715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6952" y="304495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x、z 法向的四个 PEC 面上为切向分量。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06908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4069080"/>
            <a:ext cx="64008" cy="10972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16952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x、y 法向的四个 PEC 面上为切向分量。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#301；生产 apply_pec 直接调用审计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投影放在 loss 前还是场更新后，梯度并不相同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rojection_gradient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4300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14300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252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Loss 前投影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58191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被掩码自由度梯度为 0；网络不会被这些位置的误差驱动。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20840" y="292608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2608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3035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Loss 后改场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36499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训练时仍可能收到边界误差梯度，只是更新状态时强制满足 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709160"/>
            <a:ext cx="45262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709160"/>
            <a:ext cx="64008" cy="8229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4818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下一步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85432" y="5148072"/>
            <a:ext cx="4233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在同一短轨迹上做计算图对照，不直接改主线旧失败。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 toy-autograd + production source hash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训练目标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阶段二所谓“无监督”：不用 Yee 场训练，但仍有物理目标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训练时可见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 E/H 状态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材料参数 ε、μ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离散 curl 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源和边界规则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97280"/>
            <a:ext cx="64008" cy="35661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训练时不可见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Yee-FDTD 参考场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未来时间步真实场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最终频谱答案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09728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验收时使用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 场只用于独立计算 Q、六分量 nMAE、源外探针和波形。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因此：Yee 参考算出来并不等于 PI-DON “偷看答案”；它相当于测试集标签。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来源：当前 solver 与 field acceptance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实验逻辑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为什么先做 1→4→16→64→128，而不是直接 8192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1个半步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目标是否可达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15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01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0126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47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4完整步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47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H/E循环能否闭合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7293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5893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5893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485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16步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0485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短期状态误差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3059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1659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1659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6251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64步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6251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首次场门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88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774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7426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0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128步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20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分量累积误差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3327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3769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DIAGNOSTIC PASS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10558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全场门通过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PASS_64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残差全过；场门FAIL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Ex/Ey&gt;1%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来源：server_resource_v1 分阶段登记证据；不是把 Adam 更新数当成时间步数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预训练初始化 P：64 步过门，128 步分量门失败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128步残差接受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128/128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10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每个 H/E 拟合均达到 R&lt;1e-5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总场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8386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386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全六分量加权 relL2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Ex nMAE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1.55%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4108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Ey nMAE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1.63%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8738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8036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 Q 过而分量不过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Q 把六个分量的能量加权汇总；能量较强且误差较小的分量会稀释 Ex/Ey 的局部平均误差。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Ex/Ey 超 1% 能否忽略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不能在已登记严格门中忽略；它说明横向电场分量已出现系统偏差，继续递推可能放大。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来源：clean_low_lr128/summary.json；门槛在实验前登记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 P vs 随机 R：当前没有证明预训练节省成本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58368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server_resource_v1\dco_value_review_20260916_r2\pretrai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6583680" cy="43891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34440"/>
          <a:ext cx="4297680" cy="2194560"/>
        </p:xfrm>
        <a:graphic>
          <a:graphicData uri="http://schemas.openxmlformats.org/drawingml/2006/table">
            <a:tbl>
              <a:tblPr/>
              <a:tblGrid>
                <a:gridCol w="777240"/>
                <a:gridCol w="914400"/>
                <a:gridCol w="822960"/>
                <a:gridCol w="7772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Adam更新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Q@128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 nMAE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预训练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261,209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11,074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3.081%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1.549% / 1.631%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随机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159,240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6,837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1.780% / 1.770%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379476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3794760"/>
            <a:ext cx="64008" cy="141732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25512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可下结论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25512" y="4233672"/>
            <a:ext cx="40050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在这一条同规则 128 步轨迹上，P 没有显示成本优势；R 反而更快。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60920" y="5394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5394960"/>
            <a:ext cx="64008" cy="56692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25512" y="5504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不可外推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25512" y="5833872"/>
            <a:ext cx="40050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单一随机种子不能证明预训练永远无用。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来源：dco_value_review_20260916_r2/REPORT.md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分布迁移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关键机制：平面波上很准，到了首个腔体 E 输入却严重失配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rst_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914400"/>
            <a:ext cx="5636029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14300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2527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旧 DCO 首个腔体 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61504" y="14904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relL2 = 7.12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61504" y="189280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固定权重，零更新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7315200" y="260604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271576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全局 nMAE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1504" y="295351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61504" y="335584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z目标严格为0，分量宏nMAE不可定义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3886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069080"/>
            <a:ext cx="64008" cy="1371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解释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4507992"/>
            <a:ext cx="3593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硬源产生尖锐、局域、带边界的输入；它与阶段一平滑平面波训练分布完全不同。在线适配是在修复这一迁移。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#300；current cavity first nonzero E; Yee curl target仅作诊断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研究判断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所以 DCO 的意义需要拆成三个可证伪命题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命题 A：学到算子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固定权重在未参与本轮训练的解析平面波上显著优于随机。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当前：有支持。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命题 B：省在线成本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相同轨迹、相同门槛下，预训练应更少更新或更短时间。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当前：未支持。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命题 C：可冻结复用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6176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问题训练完成后冻结网络，应能在后续/相似问题直接推进。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当前：尚未运行。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第一条科学红线；当前固定算子与P/R证据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当前状态：不是“毫无进展”，而是证据把问题定位了</a:t>
            </a:r>
            <a:endParaRPr lang="en-US" sz="2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48920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当前结果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能否支持论文主张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阶段一旧 DCO 固定算子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平面波宏nMAE 0.312%，远优于随机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支持局部算子学习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S1R 盲测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nMAE 4.15%，换网格门失败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不支持完整泛化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阶段二残差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P/R 都完成128严格残差步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delivery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只说明可拟合每步目标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阶段二真实场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P: Q 3.08%，Ex/Ey &gt;1%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 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不支持128场门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预训练收益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P比R多64%更新、慢约62%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当前不支持省成本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1024/8192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未获严格资格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NOT_RUN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不得启动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来源：STATUS.md；run #300/#301；dco_value_review_r2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独立 `_01`：把“论文明确项”和“我们猜的项”拆开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32³/1000/4层/Adam/1e-4/batch32/1000epoch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09728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DERIVED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横波约束与解析curl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09728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ASSUMED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通道数/相位/波数个数/归一化作用域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改变 1：Trunk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从网格间距常数通道改为真实空间位置坐标。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743200"/>
            <a:ext cx="64008" cy="2286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改变 2：学习率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固定 1e-4，不使用论文未说明的 cosine 调度。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64008" cy="2286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改变 3：归一化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275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逐样本、逐输出分量 local max，贴近原文字面。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3492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589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788152"/>
            <a:ext cx="96743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`_01` 先只做阶段一；PEC 计算图对照另立短实验，避免一次改变多个机制。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来源：_01/paper_contract.json；_01/tests（8 tests PASS）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下一步执行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服务器完整训练合同：这次能明确回答什么</a:t>
            </a:r>
            <a:endParaRPr lang="en-US" sz="2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270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1000个32³解析平面波；80/20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sample_specs.json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levels，base=32(ASSUMED)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Adam，固定lr=1e-4，有效batch=32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history.jsonl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epoch ≈ 25000参数更新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summary.json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 init；不读旧权重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best.pt / last.pt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每25更新打印epoch、MSE、显存、ETA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先做同口径阶段一比较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audit.json / REPORT.md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5577840"/>
            <a:ext cx="10195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55778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8756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注意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70432" y="6016752"/>
            <a:ext cx="99029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完整训练完成前，`_01` 只能称“实现与预检完成”，不能提前宣称精度复现。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来源：server_paper01_bundle.zip；_01/runner.py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汇报结论：现在最值得推进的不是更长，而是更可比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已确认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DCO 可学习非平凡 curl 映射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严格在线残差能连续128步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当前PEC实现物理边界准确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未确认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论文训练细节完全一致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预训练降低在线成本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128步六分量场门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4. 1024/8192与频谱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下一决策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先跑 `_01` 阶段一并做固定算子/在线首步配对；再决定是改训练分布、边界计算图，还是停止该方向。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来源：本轮所有登记证据与独立参考线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附录：面对导师的快速回答</a:t>
            </a:r>
            <a:endParaRPr lang="en-US" sz="2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一句话回答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DCO是不是直接输出时域场？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不是；它输出curl，E/H仍由Maxwell时间更新式推进。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第一阶段有没有边界？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没有腔体边界；是解析平面波算子学习。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第二阶段为什么还训练？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当前场分布含硬源、边界和递推误差，固定平面波DCO迁移很差。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Yee参考是否泄漏？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不进入训练，只用于验收；相当于测试集答案。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为什么总Q过而Ex/Ey不过？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全局能量加权会稀释单分量误差，因此保留分量门。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为何不直接8192？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128严格场门未过，继续只会扩大成本且无法支持科学结论。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DCO还有没有意义？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算子学习有证据；在线成本收益仍需更公平的论文显式配对。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来源：逐页讲稿与项目证据索引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PI-DON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论文复现：从旋度算子到时域闭环</dc:title>
  <dc:subject>PI-DON reproduction: electromagnetic theory, DCO operator learning, online adaptation, evidence and next steps</dc:subject>
  <dc:creator>PI-DON reproduction team</dc:creator>
  <cp:lastModifiedBy>PI-DON reproduction team</cp:lastModifiedBy>
  <cp:revision>1</cp:revision>
  <dcterms:created xsi:type="dcterms:W3CDTF">2026-09-16T17:17:05Z</dcterms:created>
  <dcterms:modified xsi:type="dcterms:W3CDTF">2026-09-16T17:17:05Z</dcterms:modified>
</cp:coreProperties>
</file>